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4400" b="1">
                <a:solidFill>
                  <a:srgbClr val="1E00A9"/>
                </a:solidFill>
                <a:latin typeface="Arial"/>
              </a:defRPr>
            </a:pPr>
            <a:r>
              <a:t>MindSprint</a:t>
            </a:r>
          </a:p>
          <a:p>
            <a:pPr>
              <a:spcAft>
                <a:spcPts val="1600"/>
              </a:spcAft>
              <a:defRPr sz="2000" b="1">
                <a:solidFill>
                  <a:srgbClr val="0B1C30"/>
                </a:solidFill>
                <a:latin typeface="Arial"/>
              </a:defRPr>
            </a:pPr>
            <a:r>
              <a:t>Placement Preparation &amp; Technical Skill Development Platform</a:t>
            </a:r>
          </a:p>
          <a:p>
            <a:pPr>
              <a:defRPr sz="1300">
                <a:solidFill>
                  <a:srgbClr val="464555"/>
                </a:solidFill>
                <a:latin typeface="Calibri"/>
              </a:defRPr>
            </a:pPr>
            <a:r>
              <a:t>Academic Project Presentation  |  React Native &amp; Node.js REST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Project Overview &amp; Problem Statement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Current Challenges in Placement Prep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Scattered platforms for aptitude practice, video learning, and notes.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Lack of real-time weak spot diagnosis to highlight mistake areas.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No single interface for company-specific test pattern practice.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Manual tracking of study habits leading to low consistency.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The MindSprint Solution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Unified mobile-first app combining tests, courses, and flashcards.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Targeted company filters (TCS, Infosys, Wipro, Amazon, Google).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Real-time exam engine with timed tests and interactive scratchpad.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Automated Weak Spot Analyzer mapping user score metrics.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Full-stack architecture with offline fallback dataset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Core Project Objectives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1. Consolidated Learning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Provide quantitative aptitude, logical reasoning, and tech courses in one place.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Eliminate fragmentation across multiple websites and physical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2. Targeted Evaluation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Deliver company-wise practice filters for placement drives.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Instantly compute test accuracy and aggregate weak topic categories.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3. Student Retention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Drive daily consistency using active streak tracking and XP rewards.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Offer interactive memory flashcards for rapid formula revision.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3.1 Use Case Diagram</a:t>
            </a:r>
          </a:p>
        </p:txBody>
      </p:sp>
      <p:pic>
        <p:nvPicPr>
          <p:cNvPr id="4" name="Picture 3" descr="MindSprint_UseCase_Diagram_v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463040"/>
            <a:ext cx="6858000" cy="460093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Use Case Diagram (User-by-User Breakdown)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Placement Aspirant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UC-1.1: Register / Login account.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UC-1.2: Select Placement Track.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UC-1.3: Apply Company Filters.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UC-1.4: Launch Timed Mock Test.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UC-1.5: Use Palette &amp; Scratchpad.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UC-1.6: View Weak Spot Analytics.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UC-1.7: Maintain Daily Streak.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IT Skill &amp; School Learner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UC-2.1: Select IT Skills Track.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UC-2.2: Browse Tech Course Catalog.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UC-2.3: Watch Video Lessons.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UC-2.4: Practice Concept Flashcards.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UC-3.1: Select School Track.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UC-3.2: Solve Subject Math/Science MCQs.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Backend &amp; Admin Roles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UC-4.1: Authenticate User JWT Tokens.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UC-4.2: Serve Questions &amp; Courses.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UC-4.3: Provide Offline Local Fallback.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UC-4.4: Store Exam Results in MongoDB.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UC-5.1: Manage Question Bank.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UC-5.2: Update Course Syllabus.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3.2 Class Diagram - Data Models &amp; ApiService</a:t>
            </a:r>
          </a:p>
        </p:txBody>
      </p:sp>
      <p:pic>
        <p:nvPicPr>
          <p:cNvPr id="4" name="Picture 3" descr="MindSprint_Clas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463040"/>
            <a:ext cx="7772400" cy="521439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Full-Stack Technology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Frontend Mobile App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Framework: React Native with Expo v54.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Language: TypeScript &amp; ES6+.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Routing: Expo Router v6 (File-based).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UI Layer: Material Design 3, ThemeContext, Reanimated animations.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Backend REST API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Environment: Node.js &amp; Express.js.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Authentication: JWT &amp; Bcrypt password hashing.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Middleware: Express JSON, CORS handling.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Deploy Target: Node Server / Cloud API.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645920"/>
            <a:ext cx="32918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Database &amp; Resilience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Database: MongoDB Atlas with Mongoose ODM.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Schemas: User, Question, Course, ExamResult.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Offline Layer: ApiService graceful fallback to local datasets.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3.3 Interaction Diagram - Mock Exam Sequence Flow</a:t>
            </a:r>
          </a:p>
        </p:txBody>
      </p:sp>
      <p:pic>
        <p:nvPicPr>
          <p:cNvPr id="4" name="Picture 3" descr="MindSprint_Interaction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63040"/>
            <a:ext cx="10332720" cy="5767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App Tracks &amp; Feature Breakdown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Placement Track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Quant &amp; Aptitude practice.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Logical Reasoning MCQs.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Company-specific filters.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Interactive exam timer.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IT Skills Track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React &amp; React Native dev.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Node.js &amp; Microservices.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Python AI/ML fundamentals.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DSA &amp; System Design.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Revision Tools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Swipeable Flashcard deck.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Weak Spot Analyzer.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In-exam Text Scratchpad.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Grid Question Palette.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Engagement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Daily Streak Counter.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Performance graphs.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Profile stats dashboard.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Dark / Light theme mode.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3.4 Activity Diagram - Mock Exam Process Flow</a:t>
            </a:r>
          </a:p>
        </p:txBody>
      </p:sp>
      <p:pic>
        <p:nvPicPr>
          <p:cNvPr id="4" name="Picture 3" descr="MindSprint_Activity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280160"/>
            <a:ext cx="4114800" cy="73723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3.5 Database Schemas (MongoDB / Mongoose)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User Schema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_id: ObjectId (PK)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name: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email: String (Unique)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password: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streakCount: Number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createdAt: Date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Question Schema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_id: ObjectId (PK)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questionText: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category: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options: Array[String]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correctAnswer: Number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explanation: String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Course Schema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_id: ObjectId (PK)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title: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category: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instructor: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duration: String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lessonsCount: Number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0" y="1645920"/>
            <a:ext cx="24688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ExamResult Schema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_id: ObjectId (PK)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userId: Ref (User)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scorePercentage: Number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correctCount: Number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totalQuestions: Number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weakCategories: Array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00A9"/>
                </a:solidFill>
                <a:latin typeface="Arial"/>
              </a:defRPr>
            </a:pPr>
            <a:r>
              <a:t>MINDSPRINT PROJECT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B1C30"/>
                </a:solidFill>
                <a:latin typeface="Arial"/>
              </a:defRPr>
            </a:pPr>
            <a:r>
              <a:t>Key Advantages &amp; Conclusion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System Advantages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All-in-one ecosystem for placement preparation and skill development.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Real-time diagnostic analytics identifying student weak spots.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Offline resilient architecture ensuring zero learning interruption.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Production-grade mobile UX built with React Native and Expo Router.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 bIns="274320"/>
          <a:lstStyle/>
          <a:p>
            <a:pPr algn="ctr">
              <a:spcAft>
                <a:spcPts val="800"/>
              </a:spcAft>
              <a:defRPr sz="1300" b="1">
                <a:solidFill>
                  <a:srgbClr val="1E00A9"/>
                </a:solidFill>
                <a:latin typeface="Arial"/>
              </a:defRPr>
            </a:pPr>
            <a:r>
              <a:t>Future Scope &amp; Conclusion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AI-powered question recommendation based on weak topics.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Peer-to-peer live mock interview rooms.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Automated resume parsing and skill matching.</a:t>
            </a:r>
          </a:p>
          <a:p>
            <a:pPr>
              <a:spcAft>
                <a:spcPts val="400"/>
              </a:spcAft>
              <a:defRPr sz="1050">
                <a:solidFill>
                  <a:srgbClr val="0B1C30"/>
                </a:solidFill>
                <a:latin typeface="Calibri"/>
              </a:defRPr>
            </a:pPr>
            <a:r>
              <a:t>•  Successfully achieved a functional, full-stack learning platform.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4000" b="1">
                <a:solidFill>
                  <a:srgbClr val="1E00A9"/>
                </a:solidFill>
                <a:latin typeface="Arial"/>
              </a:defRPr>
            </a:pPr>
            <a:r>
              <a:t>Thank You!</a:t>
            </a:r>
          </a:p>
          <a:p>
            <a:pPr algn="ctr">
              <a:defRPr sz="1600">
                <a:solidFill>
                  <a:srgbClr val="464555"/>
                </a:solidFill>
                <a:latin typeface="Calibri"/>
              </a:defRPr>
            </a:pPr>
            <a:r>
              <a:t>MindSprint - Placement Preparation &amp; Skill Development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